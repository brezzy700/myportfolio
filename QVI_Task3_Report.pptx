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0972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Report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1148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Julia — Category 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 Virtual Experience Program | April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9202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977640"/>
            <a:ext cx="19202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977640"/>
            <a:ext cx="19202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977640"/>
            <a:ext cx="19202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Uplift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78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 upfront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6400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performance, brands, and purchasing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Store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results across 3 trial stores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86200"/>
            <a:ext cx="6400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959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next steps for the next half year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top-line findings and strategic recommendation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3566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Sales are healthy &amp; growing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(Budget) and Young Singles/Couples (Mainstream) drive the most revenue. The chip category generates over $2.1M annually with consistent month-on-month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97480" cy="3566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87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Kettle dominates the market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572768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brand generates nearly double the sales of the next competitor ($390K). The top 5 brands account for the vast majority of category revenue.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960120"/>
            <a:ext cx="2697480" cy="3566160"/>
          </a:xfrm>
          <a:prstGeom prst="rect">
            <a:avLst/>
          </a:prstGeom>
          <a:solidFill>
            <a:srgbClr val="1E3A5F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987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Trial stores show positive uplift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35624" y="1572768"/>
            <a:ext cx="248716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trial stores recorded +12% to +26% sales uplift during the Feb–Apr 2019 trial period — a consistent signal that warrants a broader rollout.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Proceed with phased rollout of the trial layout to stores with similar profiles. Prioritise Kettle and family-segment promotions to maximise category revenue.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— Jul 2018 to Jun 2019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Sales are consistent year-round (~$186K/month) with a clear December peak driven by festive season demand. January shows a typical post-holiday dip.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Segment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34840"/>
            <a:ext cx="26974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Segment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47472" y="4645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(Budget)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27248" y="4434840"/>
            <a:ext cx="26974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Segment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0" y="4645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Singles (Mainstream)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80176" y="4434840"/>
            <a:ext cx="269748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53328" y="4645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Mainstream dominate over Premium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Performance &amp; Purchase Behaviour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29768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9768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4069080"/>
            <a:ext cx="420624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4114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leads with $390K — nearly 2x Smiths. Stock availability for Kettle is critical to category health.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4069080"/>
            <a:ext cx="420624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00600" y="4114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&amp; Older Families buy more units per trip — ideal targets for multi-pack promotions.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Analysis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370832"/>
            <a:ext cx="8595360" cy="640080"/>
          </a:xfrm>
          <a:prstGeom prst="rect">
            <a:avLst/>
          </a:prstGeom>
          <a:solidFill>
            <a:srgbClr val="FFF3E0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4074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Counterintuitive finding: Mainstream customers pay equal or more per unit than Premium customers. This suggests Mainstream buyers are less price-sensitive and more brand/impulse driven — respond better to in-store visibility than discounts.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Store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— April 2019 | Stores 77, 86, 88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solidFill>
            <a:srgbClr val="1A2E4A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73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77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Store 233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673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Trial: $259 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$205 /mo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764792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647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+26.2%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960120"/>
          </a:xfrm>
          <a:prstGeom prst="rect">
            <a:avLst/>
          </a:prstGeom>
          <a:solidFill>
            <a:srgbClr val="1A2E4A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Store 155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Trial: $929 /mo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$821 /mo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862072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8620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+13.2%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1A2E4A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94760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67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Store 125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Trial: $1,429 /mo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$1,273 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59352"/>
            <a:ext cx="1737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+12.2%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vs Control: Monthly Sales Performance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shading = trial period (Feb–Apr 2019) | Red = trial store | Blue dashed = scaled control store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Store Rollout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075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trial layout to stores with profiles similar to Store 77 first. The +26% uplift in a smaller store is the strongest signal to act 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4114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Kettle &amp; Top Brands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6791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strong Kettle availability and prime shelf placement. Kettle alone drives nearly $400K — a stock-out is a direct revenue loss.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Multi-Pack Promotions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507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and Older Families buy more units per trip. Launch bundle promotions targeting these segments to increase basket size.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8686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868680"/>
            <a:ext cx="4114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686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960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Visibility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3075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customers are not price-sensitive — invest in in-store displays and positioning over discounts for this segment.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240280"/>
            <a:ext cx="41148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402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23317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Seasonal Push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6791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promotional activity for November–December to capitalise on the annual festive demand spike in the chip category.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Akintola  |  Quantium Virtual Experience  |  Forage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QVI Transaction Data &amp; QVI Purchase Behaviour  |  Analysis period: Jul 2018 – Jun 2019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Quantium Chip Category Report</dc:title>
  <dc:subject>PptxGenJS Presentation</dc:subject>
  <dc:creator>PptxGenJS</dc:creator>
  <cp:lastModifiedBy>PptxGenJS</cp:lastModifiedBy>
  <cp:revision>1</cp:revision>
  <dcterms:created xsi:type="dcterms:W3CDTF">2026-04-03T15:18:28Z</dcterms:created>
  <dcterms:modified xsi:type="dcterms:W3CDTF">2026-04-03T15:18:28Z</dcterms:modified>
</cp:coreProperties>
</file>